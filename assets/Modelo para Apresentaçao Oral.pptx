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Maven Pro" pitchFamily="2" charset="77"/>
      <p:regular r:id="rId12"/>
    </p:embeddedFont>
    <p:embeddedFont>
      <p:font typeface="Maven Pro Bold" pitchFamily="2" charset="77"/>
      <p:regular r:id="rId13"/>
      <p:bold r:id="rId14"/>
    </p:embeddedFont>
    <p:embeddedFont>
      <p:font typeface="Poppins" pitchFamily="2" charset="77"/>
      <p:regular r:id="rId15"/>
      <p:bold r:id="rId16"/>
    </p:embeddedFont>
    <p:embeddedFont>
      <p:font typeface="Poppins Bold" pitchFamily="2" charset="77"/>
      <p:regular r:id="rId17"/>
      <p:bold r:id="rId18"/>
    </p:embeddedFont>
    <p:embeddedFont>
      <p:font typeface="Poppins Medium" panose="020B0604020202020204" pitchFamily="34" charset="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 autoAdjust="0"/>
    <p:restoredTop sz="94648" autoAdjust="0"/>
  </p:normalViewPr>
  <p:slideViewPr>
    <p:cSldViewPr>
      <p:cViewPr varScale="1">
        <p:scale>
          <a:sx n="78" d="100"/>
          <a:sy n="78" d="100"/>
        </p:scale>
        <p:origin x="360" y="1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46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373768" y="-230271"/>
            <a:ext cx="11192462" cy="10632839"/>
          </a:xfrm>
          <a:custGeom>
            <a:avLst/>
            <a:gdLst/>
            <a:ahLst/>
            <a:cxnLst/>
            <a:rect l="l" t="t" r="r" b="b"/>
            <a:pathLst>
              <a:path w="11192462" h="10632839">
                <a:moveTo>
                  <a:pt x="0" y="0"/>
                </a:moveTo>
                <a:lnTo>
                  <a:pt x="11192462" y="0"/>
                </a:lnTo>
                <a:lnTo>
                  <a:pt x="11192462" y="10632840"/>
                </a:lnTo>
                <a:lnTo>
                  <a:pt x="0" y="106328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4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pt-BR"/>
          </a:p>
        </p:txBody>
      </p:sp>
      <p:grpSp>
        <p:nvGrpSpPr>
          <p:cNvPr id="3" name="Group 3"/>
          <p:cNvGrpSpPr/>
          <p:nvPr/>
        </p:nvGrpSpPr>
        <p:grpSpPr>
          <a:xfrm>
            <a:off x="17390712" y="-51947"/>
            <a:ext cx="1065660" cy="10605470"/>
            <a:chOff x="0" y="0"/>
            <a:chExt cx="280668" cy="279321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80668" cy="2793210"/>
            </a:xfrm>
            <a:custGeom>
              <a:avLst/>
              <a:gdLst/>
              <a:ahLst/>
              <a:cxnLst/>
              <a:rect l="l" t="t" r="r" b="b"/>
              <a:pathLst>
                <a:path w="280668" h="2793210">
                  <a:moveTo>
                    <a:pt x="0" y="0"/>
                  </a:moveTo>
                  <a:lnTo>
                    <a:pt x="280668" y="0"/>
                  </a:lnTo>
                  <a:lnTo>
                    <a:pt x="280668" y="2793210"/>
                  </a:lnTo>
                  <a:lnTo>
                    <a:pt x="0" y="2793210"/>
                  </a:lnTo>
                  <a:close/>
                </a:path>
              </a:pathLst>
            </a:custGeom>
            <a:solidFill>
              <a:srgbClr val="03E3FD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80668" cy="28313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3743819" y="2858151"/>
            <a:ext cx="10800362" cy="4442378"/>
          </a:xfrm>
          <a:custGeom>
            <a:avLst/>
            <a:gdLst/>
            <a:ahLst/>
            <a:cxnLst/>
            <a:rect l="l" t="t" r="r" b="b"/>
            <a:pathLst>
              <a:path w="10800362" h="4442378">
                <a:moveTo>
                  <a:pt x="0" y="0"/>
                </a:moveTo>
                <a:lnTo>
                  <a:pt x="10800362" y="0"/>
                </a:lnTo>
                <a:lnTo>
                  <a:pt x="10800362" y="4442378"/>
                </a:lnTo>
                <a:lnTo>
                  <a:pt x="0" y="444237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31774" b="-34662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7" name="TextBox 7"/>
          <p:cNvSpPr txBox="1"/>
          <p:nvPr/>
        </p:nvSpPr>
        <p:spPr>
          <a:xfrm>
            <a:off x="4395056" y="7262429"/>
            <a:ext cx="9497887" cy="6725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6"/>
              </a:lnSpc>
            </a:pPr>
            <a:r>
              <a:rPr lang="en-US" sz="2093" b="1">
                <a:solidFill>
                  <a:srgbClr val="03E3FD"/>
                </a:solidFill>
                <a:latin typeface="Poppins Bold"/>
                <a:ea typeface="Poppins Bold"/>
                <a:cs typeface="Poppins Bold"/>
                <a:sym typeface="Poppins Bold"/>
              </a:rPr>
              <a:t>Realização:</a:t>
            </a:r>
          </a:p>
          <a:p>
            <a:pPr marL="0" lvl="0" indent="0" algn="ctr">
              <a:lnSpc>
                <a:spcPts val="2616"/>
              </a:lnSpc>
            </a:pPr>
            <a:r>
              <a:rPr lang="en-US" sz="209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Liga Acadêmica de Clínica Médica do RN (CLIMERN)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99673" y="9429385"/>
            <a:ext cx="14662374" cy="0"/>
          </a:xfrm>
          <a:prstGeom prst="line">
            <a:avLst/>
          </a:prstGeom>
          <a:ln w="28575" cap="flat">
            <a:solidFill>
              <a:srgbClr val="1E346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grpSp>
        <p:nvGrpSpPr>
          <p:cNvPr id="3" name="Group 3"/>
          <p:cNvGrpSpPr/>
          <p:nvPr/>
        </p:nvGrpSpPr>
        <p:grpSpPr>
          <a:xfrm>
            <a:off x="-147765" y="-193337"/>
            <a:ext cx="5220391" cy="10819589"/>
            <a:chOff x="0" y="0"/>
            <a:chExt cx="1374918" cy="284960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374918" cy="2849604"/>
            </a:xfrm>
            <a:custGeom>
              <a:avLst/>
              <a:gdLst/>
              <a:ahLst/>
              <a:cxnLst/>
              <a:rect l="l" t="t" r="r" b="b"/>
              <a:pathLst>
                <a:path w="1374918" h="2849604">
                  <a:moveTo>
                    <a:pt x="0" y="0"/>
                  </a:moveTo>
                  <a:lnTo>
                    <a:pt x="1374918" y="0"/>
                  </a:lnTo>
                  <a:lnTo>
                    <a:pt x="1374918" y="2849604"/>
                  </a:lnTo>
                  <a:lnTo>
                    <a:pt x="0" y="2849604"/>
                  </a:lnTo>
                  <a:close/>
                </a:path>
              </a:pathLst>
            </a:custGeom>
            <a:solidFill>
              <a:srgbClr val="1E346D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374918" cy="28877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6514079" y="-651988"/>
            <a:ext cx="882191" cy="2201711"/>
            <a:chOff x="0" y="0"/>
            <a:chExt cx="261763" cy="65328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61763" cy="653289"/>
            </a:xfrm>
            <a:custGeom>
              <a:avLst/>
              <a:gdLst/>
              <a:ahLst/>
              <a:cxnLst/>
              <a:rect l="l" t="t" r="r" b="b"/>
              <a:pathLst>
                <a:path w="261763" h="653289">
                  <a:moveTo>
                    <a:pt x="130881" y="0"/>
                  </a:moveTo>
                  <a:lnTo>
                    <a:pt x="130881" y="0"/>
                  </a:lnTo>
                  <a:cubicBezTo>
                    <a:pt x="165593" y="0"/>
                    <a:pt x="198883" y="13789"/>
                    <a:pt x="223428" y="38334"/>
                  </a:cubicBezTo>
                  <a:cubicBezTo>
                    <a:pt x="247973" y="62879"/>
                    <a:pt x="261763" y="96169"/>
                    <a:pt x="261763" y="130881"/>
                  </a:cubicBezTo>
                  <a:lnTo>
                    <a:pt x="261763" y="522408"/>
                  </a:lnTo>
                  <a:cubicBezTo>
                    <a:pt x="261763" y="594692"/>
                    <a:pt x="203165" y="653289"/>
                    <a:pt x="130881" y="653289"/>
                  </a:cubicBezTo>
                  <a:lnTo>
                    <a:pt x="130881" y="653289"/>
                  </a:lnTo>
                  <a:cubicBezTo>
                    <a:pt x="58598" y="653289"/>
                    <a:pt x="0" y="594692"/>
                    <a:pt x="0" y="522408"/>
                  </a:cubicBezTo>
                  <a:lnTo>
                    <a:pt x="0" y="130881"/>
                  </a:lnTo>
                  <a:cubicBezTo>
                    <a:pt x="0" y="58598"/>
                    <a:pt x="58598" y="0"/>
                    <a:pt x="130881" y="0"/>
                  </a:cubicBezTo>
                  <a:close/>
                </a:path>
              </a:pathLst>
            </a:custGeom>
            <a:solidFill>
              <a:srgbClr val="1E346D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61763" cy="6913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6367444" y="822434"/>
            <a:ext cx="728581" cy="4344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025"/>
              </a:lnSpc>
            </a:pPr>
            <a:r>
              <a:rPr lang="en-US" sz="3559" b="1">
                <a:solidFill>
                  <a:srgbClr val="FFFFFF"/>
                </a:solidFill>
                <a:latin typeface="Maven Pro Bold"/>
                <a:ea typeface="Maven Pro Bold"/>
                <a:cs typeface="Maven Pro Bold"/>
                <a:sym typeface="Maven Pro Bold"/>
              </a:rPr>
              <a:t>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944658" y="1970069"/>
            <a:ext cx="7016514" cy="663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674"/>
              </a:lnSpc>
              <a:spcBef>
                <a:spcPct val="0"/>
              </a:spcBef>
            </a:pPr>
            <a:r>
              <a:rPr lang="en-US" sz="5499" dirty="0">
                <a:solidFill>
                  <a:srgbClr val="115260"/>
                </a:solidFill>
                <a:latin typeface="Poppins"/>
                <a:ea typeface="Poppins"/>
                <a:cs typeface="Poppins"/>
                <a:sym typeface="Poppins"/>
              </a:rPr>
              <a:t>INSTITUIÇÃO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282416" y="9330101"/>
            <a:ext cx="2113854" cy="227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29"/>
              </a:lnSpc>
            </a:pPr>
            <a:r>
              <a:rPr lang="en-US" sz="1681" b="1" dirty="0">
                <a:solidFill>
                  <a:srgbClr val="1E346D"/>
                </a:solidFill>
                <a:latin typeface="Poppins Bold"/>
                <a:ea typeface="Poppins Bold"/>
                <a:cs typeface="Poppins Bold"/>
                <a:sym typeface="Poppins Bold"/>
              </a:rPr>
              <a:t>@</a:t>
            </a:r>
            <a:r>
              <a:rPr lang="en-US" sz="1681" b="1" dirty="0" err="1">
                <a:solidFill>
                  <a:srgbClr val="1E346D"/>
                </a:solidFill>
                <a:latin typeface="Poppins Bold"/>
                <a:ea typeface="Poppins Bold"/>
                <a:cs typeface="Poppins Bold"/>
                <a:sym typeface="Poppins Bold"/>
              </a:rPr>
              <a:t>jornadacmrn</a:t>
            </a:r>
            <a:endParaRPr lang="en-US" sz="1681" b="1" dirty="0">
              <a:solidFill>
                <a:srgbClr val="1E346D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12" name="Freeform 12"/>
          <p:cNvSpPr/>
          <p:nvPr/>
        </p:nvSpPr>
        <p:spPr>
          <a:xfrm>
            <a:off x="0" y="4142838"/>
            <a:ext cx="5220391" cy="2147238"/>
          </a:xfrm>
          <a:custGeom>
            <a:avLst/>
            <a:gdLst/>
            <a:ahLst/>
            <a:cxnLst/>
            <a:rect l="l" t="t" r="r" b="b"/>
            <a:pathLst>
              <a:path w="5220391" h="2147238">
                <a:moveTo>
                  <a:pt x="0" y="0"/>
                </a:moveTo>
                <a:lnTo>
                  <a:pt x="5220391" y="0"/>
                </a:lnTo>
                <a:lnTo>
                  <a:pt x="5220391" y="2147239"/>
                </a:lnTo>
                <a:lnTo>
                  <a:pt x="0" y="214723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1774" b="-34662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3" name="TextBox 13"/>
          <p:cNvSpPr txBox="1"/>
          <p:nvPr/>
        </p:nvSpPr>
        <p:spPr>
          <a:xfrm>
            <a:off x="5944658" y="3658109"/>
            <a:ext cx="7016514" cy="654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674"/>
              </a:lnSpc>
              <a:spcBef>
                <a:spcPct val="0"/>
              </a:spcBef>
            </a:pPr>
            <a:r>
              <a:rPr lang="en-US" sz="5499">
                <a:solidFill>
                  <a:srgbClr val="115260"/>
                </a:solidFill>
                <a:latin typeface="Maven Pro"/>
                <a:ea typeface="Maven Pro"/>
                <a:cs typeface="Maven Pro"/>
                <a:sym typeface="Maven Pro"/>
              </a:rPr>
              <a:t>Título do estudo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944658" y="5585608"/>
            <a:ext cx="7016514" cy="654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674"/>
              </a:lnSpc>
              <a:spcBef>
                <a:spcPct val="0"/>
              </a:spcBef>
            </a:pPr>
            <a:r>
              <a:rPr lang="en-US" sz="5499">
                <a:solidFill>
                  <a:srgbClr val="115260"/>
                </a:solidFill>
                <a:latin typeface="Maven Pro"/>
                <a:ea typeface="Maven Pro"/>
                <a:cs typeface="Maven Pro"/>
                <a:sym typeface="Maven Pro"/>
              </a:rPr>
              <a:t>Autor e co-autores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367444" y="-651988"/>
            <a:ext cx="1028827" cy="2201711"/>
            <a:chOff x="0" y="0"/>
            <a:chExt cx="1371769" cy="2935615"/>
          </a:xfrm>
        </p:grpSpPr>
        <p:grpSp>
          <p:nvGrpSpPr>
            <p:cNvPr id="3" name="Group 3"/>
            <p:cNvGrpSpPr/>
            <p:nvPr/>
          </p:nvGrpSpPr>
          <p:grpSpPr>
            <a:xfrm>
              <a:off x="195515" y="0"/>
              <a:ext cx="1176254" cy="2935615"/>
              <a:chOff x="0" y="0"/>
              <a:chExt cx="261763" cy="653289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261763" cy="653289"/>
              </a:xfrm>
              <a:custGeom>
                <a:avLst/>
                <a:gdLst/>
                <a:ahLst/>
                <a:cxnLst/>
                <a:rect l="l" t="t" r="r" b="b"/>
                <a:pathLst>
                  <a:path w="261763" h="653289">
                    <a:moveTo>
                      <a:pt x="130881" y="0"/>
                    </a:moveTo>
                    <a:lnTo>
                      <a:pt x="130881" y="0"/>
                    </a:lnTo>
                    <a:cubicBezTo>
                      <a:pt x="165593" y="0"/>
                      <a:pt x="198883" y="13789"/>
                      <a:pt x="223428" y="38334"/>
                    </a:cubicBezTo>
                    <a:cubicBezTo>
                      <a:pt x="247973" y="62879"/>
                      <a:pt x="261763" y="96169"/>
                      <a:pt x="261763" y="130881"/>
                    </a:cubicBezTo>
                    <a:lnTo>
                      <a:pt x="261763" y="522408"/>
                    </a:lnTo>
                    <a:cubicBezTo>
                      <a:pt x="261763" y="594692"/>
                      <a:pt x="203165" y="653289"/>
                      <a:pt x="130881" y="653289"/>
                    </a:cubicBezTo>
                    <a:lnTo>
                      <a:pt x="130881" y="653289"/>
                    </a:lnTo>
                    <a:cubicBezTo>
                      <a:pt x="58598" y="653289"/>
                      <a:pt x="0" y="594692"/>
                      <a:pt x="0" y="522408"/>
                    </a:cubicBezTo>
                    <a:lnTo>
                      <a:pt x="0" y="130881"/>
                    </a:lnTo>
                    <a:cubicBezTo>
                      <a:pt x="0" y="58598"/>
                      <a:pt x="58598" y="0"/>
                      <a:pt x="130881" y="0"/>
                    </a:cubicBezTo>
                    <a:close/>
                  </a:path>
                </a:pathLst>
              </a:custGeom>
              <a:solidFill>
                <a:srgbClr val="1E346D"/>
              </a:solidFill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261763" cy="6913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6" name="TextBox 6"/>
            <p:cNvSpPr txBox="1"/>
            <p:nvPr/>
          </p:nvSpPr>
          <p:spPr>
            <a:xfrm>
              <a:off x="0" y="1930971"/>
              <a:ext cx="971441" cy="61348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r">
                <a:lnSpc>
                  <a:spcPts val="3025"/>
                </a:lnSpc>
                <a:spcBef>
                  <a:spcPct val="0"/>
                </a:spcBef>
              </a:pPr>
              <a:r>
                <a:rPr lang="en-US" sz="3559" b="1">
                  <a:solidFill>
                    <a:srgbClr val="FFFFFF"/>
                  </a:solidFill>
                  <a:latin typeface="Maven Pro Bold"/>
                  <a:ea typeface="Maven Pro Bold"/>
                  <a:cs typeface="Maven Pro Bold"/>
                  <a:sym typeface="Maven Pro Bold"/>
                </a:rPr>
                <a:t>2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-1028700" y="-193337"/>
            <a:ext cx="2670439" cy="10819589"/>
            <a:chOff x="0" y="0"/>
            <a:chExt cx="703326" cy="284960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703326" cy="2849604"/>
            </a:xfrm>
            <a:custGeom>
              <a:avLst/>
              <a:gdLst/>
              <a:ahLst/>
              <a:cxnLst/>
              <a:rect l="l" t="t" r="r" b="b"/>
              <a:pathLst>
                <a:path w="703326" h="2849604">
                  <a:moveTo>
                    <a:pt x="0" y="0"/>
                  </a:moveTo>
                  <a:lnTo>
                    <a:pt x="703326" y="0"/>
                  </a:lnTo>
                  <a:lnTo>
                    <a:pt x="703326" y="2849604"/>
                  </a:lnTo>
                  <a:lnTo>
                    <a:pt x="0" y="2849604"/>
                  </a:lnTo>
                  <a:close/>
                </a:path>
              </a:pathLst>
            </a:custGeom>
            <a:solidFill>
              <a:srgbClr val="1E346D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703326" cy="28877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AutoShape 10"/>
          <p:cNvSpPr/>
          <p:nvPr/>
        </p:nvSpPr>
        <p:spPr>
          <a:xfrm flipV="1">
            <a:off x="199673" y="9429385"/>
            <a:ext cx="14640988" cy="0"/>
          </a:xfrm>
          <a:prstGeom prst="line">
            <a:avLst/>
          </a:prstGeom>
          <a:ln w="28575" cap="flat">
            <a:solidFill>
              <a:srgbClr val="1E346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11" name="Freeform 11"/>
          <p:cNvSpPr/>
          <p:nvPr/>
        </p:nvSpPr>
        <p:spPr>
          <a:xfrm>
            <a:off x="15334319" y="8839666"/>
            <a:ext cx="2066249" cy="837269"/>
          </a:xfrm>
          <a:custGeom>
            <a:avLst/>
            <a:gdLst/>
            <a:ahLst/>
            <a:cxnLst/>
            <a:rect l="l" t="t" r="r" b="b"/>
            <a:pathLst>
              <a:path w="2066249" h="837269">
                <a:moveTo>
                  <a:pt x="0" y="0"/>
                </a:moveTo>
                <a:lnTo>
                  <a:pt x="2066249" y="0"/>
                </a:lnTo>
                <a:lnTo>
                  <a:pt x="2066249" y="837268"/>
                </a:lnTo>
                <a:lnTo>
                  <a:pt x="0" y="8372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3695" t="-121194" r="-22193" b="-114158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2" name="TextBox 12"/>
          <p:cNvSpPr txBox="1"/>
          <p:nvPr/>
        </p:nvSpPr>
        <p:spPr>
          <a:xfrm>
            <a:off x="2373073" y="1520948"/>
            <a:ext cx="7016514" cy="701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674"/>
              </a:lnSpc>
              <a:spcBef>
                <a:spcPct val="0"/>
              </a:spcBef>
            </a:pPr>
            <a:r>
              <a:rPr lang="en-US" sz="5499">
                <a:solidFill>
                  <a:srgbClr val="115260"/>
                </a:solidFill>
                <a:latin typeface="Poppins"/>
                <a:ea typeface="Poppins"/>
                <a:cs typeface="Poppins"/>
                <a:sym typeface="Poppins"/>
              </a:rPr>
              <a:t>INTRODUÇÃO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367444" y="-651988"/>
            <a:ext cx="1028827" cy="2201711"/>
            <a:chOff x="0" y="0"/>
            <a:chExt cx="1371769" cy="2935615"/>
          </a:xfrm>
        </p:grpSpPr>
        <p:grpSp>
          <p:nvGrpSpPr>
            <p:cNvPr id="3" name="Group 3"/>
            <p:cNvGrpSpPr/>
            <p:nvPr/>
          </p:nvGrpSpPr>
          <p:grpSpPr>
            <a:xfrm>
              <a:off x="195515" y="0"/>
              <a:ext cx="1176254" cy="2935615"/>
              <a:chOff x="0" y="0"/>
              <a:chExt cx="261763" cy="653289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261763" cy="653289"/>
              </a:xfrm>
              <a:custGeom>
                <a:avLst/>
                <a:gdLst/>
                <a:ahLst/>
                <a:cxnLst/>
                <a:rect l="l" t="t" r="r" b="b"/>
                <a:pathLst>
                  <a:path w="261763" h="653289">
                    <a:moveTo>
                      <a:pt x="130881" y="0"/>
                    </a:moveTo>
                    <a:lnTo>
                      <a:pt x="130881" y="0"/>
                    </a:lnTo>
                    <a:cubicBezTo>
                      <a:pt x="165593" y="0"/>
                      <a:pt x="198883" y="13789"/>
                      <a:pt x="223428" y="38334"/>
                    </a:cubicBezTo>
                    <a:cubicBezTo>
                      <a:pt x="247973" y="62879"/>
                      <a:pt x="261763" y="96169"/>
                      <a:pt x="261763" y="130881"/>
                    </a:cubicBezTo>
                    <a:lnTo>
                      <a:pt x="261763" y="522408"/>
                    </a:lnTo>
                    <a:cubicBezTo>
                      <a:pt x="261763" y="594692"/>
                      <a:pt x="203165" y="653289"/>
                      <a:pt x="130881" y="653289"/>
                    </a:cubicBezTo>
                    <a:lnTo>
                      <a:pt x="130881" y="653289"/>
                    </a:lnTo>
                    <a:cubicBezTo>
                      <a:pt x="58598" y="653289"/>
                      <a:pt x="0" y="594692"/>
                      <a:pt x="0" y="522408"/>
                    </a:cubicBezTo>
                    <a:lnTo>
                      <a:pt x="0" y="130881"/>
                    </a:lnTo>
                    <a:cubicBezTo>
                      <a:pt x="0" y="58598"/>
                      <a:pt x="58598" y="0"/>
                      <a:pt x="130881" y="0"/>
                    </a:cubicBezTo>
                    <a:close/>
                  </a:path>
                </a:pathLst>
              </a:custGeom>
              <a:solidFill>
                <a:srgbClr val="1E346D"/>
              </a:solidFill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261763" cy="6913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6" name="TextBox 6"/>
            <p:cNvSpPr txBox="1"/>
            <p:nvPr/>
          </p:nvSpPr>
          <p:spPr>
            <a:xfrm>
              <a:off x="0" y="1930971"/>
              <a:ext cx="971441" cy="61348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r">
                <a:lnSpc>
                  <a:spcPts val="3025"/>
                </a:lnSpc>
                <a:spcBef>
                  <a:spcPct val="0"/>
                </a:spcBef>
              </a:pPr>
              <a:r>
                <a:rPr lang="en-US" sz="3559" b="1">
                  <a:solidFill>
                    <a:srgbClr val="FFFFFF"/>
                  </a:solidFill>
                  <a:latin typeface="Maven Pro Bold"/>
                  <a:ea typeface="Maven Pro Bold"/>
                  <a:cs typeface="Maven Pro Bold"/>
                  <a:sym typeface="Maven Pro Bold"/>
                </a:rPr>
                <a:t>3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-1028700" y="-193337"/>
            <a:ext cx="2670439" cy="10819589"/>
            <a:chOff x="0" y="0"/>
            <a:chExt cx="703326" cy="284960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703326" cy="2849604"/>
            </a:xfrm>
            <a:custGeom>
              <a:avLst/>
              <a:gdLst/>
              <a:ahLst/>
              <a:cxnLst/>
              <a:rect l="l" t="t" r="r" b="b"/>
              <a:pathLst>
                <a:path w="703326" h="2849604">
                  <a:moveTo>
                    <a:pt x="0" y="0"/>
                  </a:moveTo>
                  <a:lnTo>
                    <a:pt x="703326" y="0"/>
                  </a:lnTo>
                  <a:lnTo>
                    <a:pt x="703326" y="2849604"/>
                  </a:lnTo>
                  <a:lnTo>
                    <a:pt x="0" y="2849604"/>
                  </a:lnTo>
                  <a:close/>
                </a:path>
              </a:pathLst>
            </a:custGeom>
            <a:solidFill>
              <a:srgbClr val="1E346D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703326" cy="28877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AutoShape 10"/>
          <p:cNvSpPr/>
          <p:nvPr/>
        </p:nvSpPr>
        <p:spPr>
          <a:xfrm flipV="1">
            <a:off x="199673" y="9429385"/>
            <a:ext cx="14640988" cy="0"/>
          </a:xfrm>
          <a:prstGeom prst="line">
            <a:avLst/>
          </a:prstGeom>
          <a:ln w="28575" cap="flat">
            <a:solidFill>
              <a:srgbClr val="1E346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11" name="Freeform 11"/>
          <p:cNvSpPr/>
          <p:nvPr/>
        </p:nvSpPr>
        <p:spPr>
          <a:xfrm>
            <a:off x="15334319" y="8839666"/>
            <a:ext cx="2066249" cy="837269"/>
          </a:xfrm>
          <a:custGeom>
            <a:avLst/>
            <a:gdLst/>
            <a:ahLst/>
            <a:cxnLst/>
            <a:rect l="l" t="t" r="r" b="b"/>
            <a:pathLst>
              <a:path w="2066249" h="837269">
                <a:moveTo>
                  <a:pt x="0" y="0"/>
                </a:moveTo>
                <a:lnTo>
                  <a:pt x="2066249" y="0"/>
                </a:lnTo>
                <a:lnTo>
                  <a:pt x="2066249" y="837268"/>
                </a:lnTo>
                <a:lnTo>
                  <a:pt x="0" y="8372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3695" t="-121194" r="-22193" b="-114158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2" name="TextBox 12"/>
          <p:cNvSpPr txBox="1"/>
          <p:nvPr/>
        </p:nvSpPr>
        <p:spPr>
          <a:xfrm>
            <a:off x="2373073" y="1520948"/>
            <a:ext cx="7016514" cy="701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674"/>
              </a:lnSpc>
              <a:spcBef>
                <a:spcPct val="0"/>
              </a:spcBef>
            </a:pPr>
            <a:r>
              <a:rPr lang="en-US" sz="5499">
                <a:solidFill>
                  <a:srgbClr val="115260"/>
                </a:solidFill>
                <a:latin typeface="Poppins"/>
                <a:ea typeface="Poppins"/>
                <a:cs typeface="Poppins"/>
                <a:sym typeface="Poppins"/>
              </a:rPr>
              <a:t>OBJETIVO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367444" y="-651988"/>
            <a:ext cx="1028827" cy="2201711"/>
            <a:chOff x="0" y="0"/>
            <a:chExt cx="1371769" cy="2935615"/>
          </a:xfrm>
        </p:grpSpPr>
        <p:grpSp>
          <p:nvGrpSpPr>
            <p:cNvPr id="3" name="Group 3"/>
            <p:cNvGrpSpPr/>
            <p:nvPr/>
          </p:nvGrpSpPr>
          <p:grpSpPr>
            <a:xfrm>
              <a:off x="195515" y="0"/>
              <a:ext cx="1176254" cy="2935615"/>
              <a:chOff x="0" y="0"/>
              <a:chExt cx="261763" cy="653289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261763" cy="653289"/>
              </a:xfrm>
              <a:custGeom>
                <a:avLst/>
                <a:gdLst/>
                <a:ahLst/>
                <a:cxnLst/>
                <a:rect l="l" t="t" r="r" b="b"/>
                <a:pathLst>
                  <a:path w="261763" h="653289">
                    <a:moveTo>
                      <a:pt x="130881" y="0"/>
                    </a:moveTo>
                    <a:lnTo>
                      <a:pt x="130881" y="0"/>
                    </a:lnTo>
                    <a:cubicBezTo>
                      <a:pt x="165593" y="0"/>
                      <a:pt x="198883" y="13789"/>
                      <a:pt x="223428" y="38334"/>
                    </a:cubicBezTo>
                    <a:cubicBezTo>
                      <a:pt x="247973" y="62879"/>
                      <a:pt x="261763" y="96169"/>
                      <a:pt x="261763" y="130881"/>
                    </a:cubicBezTo>
                    <a:lnTo>
                      <a:pt x="261763" y="522408"/>
                    </a:lnTo>
                    <a:cubicBezTo>
                      <a:pt x="261763" y="594692"/>
                      <a:pt x="203165" y="653289"/>
                      <a:pt x="130881" y="653289"/>
                    </a:cubicBezTo>
                    <a:lnTo>
                      <a:pt x="130881" y="653289"/>
                    </a:lnTo>
                    <a:cubicBezTo>
                      <a:pt x="58598" y="653289"/>
                      <a:pt x="0" y="594692"/>
                      <a:pt x="0" y="522408"/>
                    </a:cubicBezTo>
                    <a:lnTo>
                      <a:pt x="0" y="130881"/>
                    </a:lnTo>
                    <a:cubicBezTo>
                      <a:pt x="0" y="58598"/>
                      <a:pt x="58598" y="0"/>
                      <a:pt x="130881" y="0"/>
                    </a:cubicBezTo>
                    <a:close/>
                  </a:path>
                </a:pathLst>
              </a:custGeom>
              <a:solidFill>
                <a:srgbClr val="1E346D"/>
              </a:solidFill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261763" cy="6913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6" name="TextBox 6"/>
            <p:cNvSpPr txBox="1"/>
            <p:nvPr/>
          </p:nvSpPr>
          <p:spPr>
            <a:xfrm>
              <a:off x="0" y="1930971"/>
              <a:ext cx="971441" cy="61348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r">
                <a:lnSpc>
                  <a:spcPts val="3025"/>
                </a:lnSpc>
                <a:spcBef>
                  <a:spcPct val="0"/>
                </a:spcBef>
              </a:pPr>
              <a:r>
                <a:rPr lang="en-US" sz="3559" b="1">
                  <a:solidFill>
                    <a:srgbClr val="FFFFFF"/>
                  </a:solidFill>
                  <a:latin typeface="Maven Pro Bold"/>
                  <a:ea typeface="Maven Pro Bold"/>
                  <a:cs typeface="Maven Pro Bold"/>
                  <a:sym typeface="Maven Pro Bold"/>
                </a:rPr>
                <a:t>4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-1028700" y="-193337"/>
            <a:ext cx="2670439" cy="10819589"/>
            <a:chOff x="0" y="0"/>
            <a:chExt cx="703326" cy="284960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703326" cy="2849604"/>
            </a:xfrm>
            <a:custGeom>
              <a:avLst/>
              <a:gdLst/>
              <a:ahLst/>
              <a:cxnLst/>
              <a:rect l="l" t="t" r="r" b="b"/>
              <a:pathLst>
                <a:path w="703326" h="2849604">
                  <a:moveTo>
                    <a:pt x="0" y="0"/>
                  </a:moveTo>
                  <a:lnTo>
                    <a:pt x="703326" y="0"/>
                  </a:lnTo>
                  <a:lnTo>
                    <a:pt x="703326" y="2849604"/>
                  </a:lnTo>
                  <a:lnTo>
                    <a:pt x="0" y="2849604"/>
                  </a:lnTo>
                  <a:close/>
                </a:path>
              </a:pathLst>
            </a:custGeom>
            <a:solidFill>
              <a:srgbClr val="1E346D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703326" cy="28877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AutoShape 10"/>
          <p:cNvSpPr/>
          <p:nvPr/>
        </p:nvSpPr>
        <p:spPr>
          <a:xfrm flipV="1">
            <a:off x="199673" y="9429385"/>
            <a:ext cx="14640988" cy="0"/>
          </a:xfrm>
          <a:prstGeom prst="line">
            <a:avLst/>
          </a:prstGeom>
          <a:ln w="28575" cap="flat">
            <a:solidFill>
              <a:srgbClr val="1E346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11" name="Freeform 11"/>
          <p:cNvSpPr/>
          <p:nvPr/>
        </p:nvSpPr>
        <p:spPr>
          <a:xfrm>
            <a:off x="15334319" y="8839666"/>
            <a:ext cx="2066249" cy="837269"/>
          </a:xfrm>
          <a:custGeom>
            <a:avLst/>
            <a:gdLst/>
            <a:ahLst/>
            <a:cxnLst/>
            <a:rect l="l" t="t" r="r" b="b"/>
            <a:pathLst>
              <a:path w="2066249" h="837269">
                <a:moveTo>
                  <a:pt x="0" y="0"/>
                </a:moveTo>
                <a:lnTo>
                  <a:pt x="2066249" y="0"/>
                </a:lnTo>
                <a:lnTo>
                  <a:pt x="2066249" y="837268"/>
                </a:lnTo>
                <a:lnTo>
                  <a:pt x="0" y="8372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3695" t="-121194" r="-22193" b="-114158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2" name="TextBox 12"/>
          <p:cNvSpPr txBox="1"/>
          <p:nvPr/>
        </p:nvSpPr>
        <p:spPr>
          <a:xfrm>
            <a:off x="2373073" y="1520948"/>
            <a:ext cx="7016514" cy="701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674"/>
              </a:lnSpc>
              <a:spcBef>
                <a:spcPct val="0"/>
              </a:spcBef>
            </a:pPr>
            <a:r>
              <a:rPr lang="en-US" sz="5499">
                <a:solidFill>
                  <a:srgbClr val="115260"/>
                </a:solidFill>
                <a:latin typeface="Poppins"/>
                <a:ea typeface="Poppins"/>
                <a:cs typeface="Poppins"/>
                <a:sym typeface="Poppins"/>
              </a:rPr>
              <a:t>METODOLOGIA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367444" y="-651988"/>
            <a:ext cx="1028827" cy="2201711"/>
            <a:chOff x="0" y="0"/>
            <a:chExt cx="1371769" cy="2935615"/>
          </a:xfrm>
        </p:grpSpPr>
        <p:grpSp>
          <p:nvGrpSpPr>
            <p:cNvPr id="3" name="Group 3"/>
            <p:cNvGrpSpPr/>
            <p:nvPr/>
          </p:nvGrpSpPr>
          <p:grpSpPr>
            <a:xfrm>
              <a:off x="195515" y="0"/>
              <a:ext cx="1176254" cy="2935615"/>
              <a:chOff x="0" y="0"/>
              <a:chExt cx="261763" cy="653289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261763" cy="653289"/>
              </a:xfrm>
              <a:custGeom>
                <a:avLst/>
                <a:gdLst/>
                <a:ahLst/>
                <a:cxnLst/>
                <a:rect l="l" t="t" r="r" b="b"/>
                <a:pathLst>
                  <a:path w="261763" h="653289">
                    <a:moveTo>
                      <a:pt x="130881" y="0"/>
                    </a:moveTo>
                    <a:lnTo>
                      <a:pt x="130881" y="0"/>
                    </a:lnTo>
                    <a:cubicBezTo>
                      <a:pt x="165593" y="0"/>
                      <a:pt x="198883" y="13789"/>
                      <a:pt x="223428" y="38334"/>
                    </a:cubicBezTo>
                    <a:cubicBezTo>
                      <a:pt x="247973" y="62879"/>
                      <a:pt x="261763" y="96169"/>
                      <a:pt x="261763" y="130881"/>
                    </a:cubicBezTo>
                    <a:lnTo>
                      <a:pt x="261763" y="522408"/>
                    </a:lnTo>
                    <a:cubicBezTo>
                      <a:pt x="261763" y="594692"/>
                      <a:pt x="203165" y="653289"/>
                      <a:pt x="130881" y="653289"/>
                    </a:cubicBezTo>
                    <a:lnTo>
                      <a:pt x="130881" y="653289"/>
                    </a:lnTo>
                    <a:cubicBezTo>
                      <a:pt x="58598" y="653289"/>
                      <a:pt x="0" y="594692"/>
                      <a:pt x="0" y="522408"/>
                    </a:cubicBezTo>
                    <a:lnTo>
                      <a:pt x="0" y="130881"/>
                    </a:lnTo>
                    <a:cubicBezTo>
                      <a:pt x="0" y="58598"/>
                      <a:pt x="58598" y="0"/>
                      <a:pt x="130881" y="0"/>
                    </a:cubicBezTo>
                    <a:close/>
                  </a:path>
                </a:pathLst>
              </a:custGeom>
              <a:solidFill>
                <a:srgbClr val="1E346D"/>
              </a:solidFill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261763" cy="6913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6" name="TextBox 6"/>
            <p:cNvSpPr txBox="1"/>
            <p:nvPr/>
          </p:nvSpPr>
          <p:spPr>
            <a:xfrm>
              <a:off x="0" y="1930971"/>
              <a:ext cx="971441" cy="61348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r">
                <a:lnSpc>
                  <a:spcPts val="3025"/>
                </a:lnSpc>
                <a:spcBef>
                  <a:spcPct val="0"/>
                </a:spcBef>
              </a:pPr>
              <a:r>
                <a:rPr lang="en-US" sz="3559" b="1">
                  <a:solidFill>
                    <a:srgbClr val="FFFFFF"/>
                  </a:solidFill>
                  <a:latin typeface="Maven Pro Bold"/>
                  <a:ea typeface="Maven Pro Bold"/>
                  <a:cs typeface="Maven Pro Bold"/>
                  <a:sym typeface="Maven Pro Bold"/>
                </a:rPr>
                <a:t>5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-1028700" y="-193337"/>
            <a:ext cx="2670439" cy="10819589"/>
            <a:chOff x="0" y="0"/>
            <a:chExt cx="703326" cy="284960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703326" cy="2849604"/>
            </a:xfrm>
            <a:custGeom>
              <a:avLst/>
              <a:gdLst/>
              <a:ahLst/>
              <a:cxnLst/>
              <a:rect l="l" t="t" r="r" b="b"/>
              <a:pathLst>
                <a:path w="703326" h="2849604">
                  <a:moveTo>
                    <a:pt x="0" y="0"/>
                  </a:moveTo>
                  <a:lnTo>
                    <a:pt x="703326" y="0"/>
                  </a:lnTo>
                  <a:lnTo>
                    <a:pt x="703326" y="2849604"/>
                  </a:lnTo>
                  <a:lnTo>
                    <a:pt x="0" y="2849604"/>
                  </a:lnTo>
                  <a:close/>
                </a:path>
              </a:pathLst>
            </a:custGeom>
            <a:solidFill>
              <a:srgbClr val="1E346D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703326" cy="28877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AutoShape 10"/>
          <p:cNvSpPr/>
          <p:nvPr/>
        </p:nvSpPr>
        <p:spPr>
          <a:xfrm flipV="1">
            <a:off x="199673" y="9429385"/>
            <a:ext cx="14640988" cy="0"/>
          </a:xfrm>
          <a:prstGeom prst="line">
            <a:avLst/>
          </a:prstGeom>
          <a:ln w="28575" cap="flat">
            <a:solidFill>
              <a:srgbClr val="1E346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11" name="Freeform 11"/>
          <p:cNvSpPr/>
          <p:nvPr/>
        </p:nvSpPr>
        <p:spPr>
          <a:xfrm>
            <a:off x="15334319" y="8839666"/>
            <a:ext cx="2066249" cy="837269"/>
          </a:xfrm>
          <a:custGeom>
            <a:avLst/>
            <a:gdLst/>
            <a:ahLst/>
            <a:cxnLst/>
            <a:rect l="l" t="t" r="r" b="b"/>
            <a:pathLst>
              <a:path w="2066249" h="837269">
                <a:moveTo>
                  <a:pt x="0" y="0"/>
                </a:moveTo>
                <a:lnTo>
                  <a:pt x="2066249" y="0"/>
                </a:lnTo>
                <a:lnTo>
                  <a:pt x="2066249" y="837268"/>
                </a:lnTo>
                <a:lnTo>
                  <a:pt x="0" y="8372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3695" t="-121194" r="-22193" b="-114158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2" name="TextBox 12"/>
          <p:cNvSpPr txBox="1"/>
          <p:nvPr/>
        </p:nvSpPr>
        <p:spPr>
          <a:xfrm>
            <a:off x="2373073" y="1520948"/>
            <a:ext cx="7016514" cy="701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674"/>
              </a:lnSpc>
              <a:spcBef>
                <a:spcPct val="0"/>
              </a:spcBef>
            </a:pPr>
            <a:r>
              <a:rPr lang="en-US" sz="5499">
                <a:solidFill>
                  <a:srgbClr val="115260"/>
                </a:solidFill>
                <a:latin typeface="Poppins"/>
                <a:ea typeface="Poppins"/>
                <a:cs typeface="Poppins"/>
                <a:sym typeface="Poppins"/>
              </a:rPr>
              <a:t>RESULTADOS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367444" y="-651988"/>
            <a:ext cx="1028827" cy="2201711"/>
            <a:chOff x="0" y="0"/>
            <a:chExt cx="1371769" cy="2935615"/>
          </a:xfrm>
        </p:grpSpPr>
        <p:grpSp>
          <p:nvGrpSpPr>
            <p:cNvPr id="3" name="Group 3"/>
            <p:cNvGrpSpPr/>
            <p:nvPr/>
          </p:nvGrpSpPr>
          <p:grpSpPr>
            <a:xfrm>
              <a:off x="195515" y="0"/>
              <a:ext cx="1176254" cy="2935615"/>
              <a:chOff x="0" y="0"/>
              <a:chExt cx="261763" cy="653289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261763" cy="653289"/>
              </a:xfrm>
              <a:custGeom>
                <a:avLst/>
                <a:gdLst/>
                <a:ahLst/>
                <a:cxnLst/>
                <a:rect l="l" t="t" r="r" b="b"/>
                <a:pathLst>
                  <a:path w="261763" h="653289">
                    <a:moveTo>
                      <a:pt x="130881" y="0"/>
                    </a:moveTo>
                    <a:lnTo>
                      <a:pt x="130881" y="0"/>
                    </a:lnTo>
                    <a:cubicBezTo>
                      <a:pt x="165593" y="0"/>
                      <a:pt x="198883" y="13789"/>
                      <a:pt x="223428" y="38334"/>
                    </a:cubicBezTo>
                    <a:cubicBezTo>
                      <a:pt x="247973" y="62879"/>
                      <a:pt x="261763" y="96169"/>
                      <a:pt x="261763" y="130881"/>
                    </a:cubicBezTo>
                    <a:lnTo>
                      <a:pt x="261763" y="522408"/>
                    </a:lnTo>
                    <a:cubicBezTo>
                      <a:pt x="261763" y="594692"/>
                      <a:pt x="203165" y="653289"/>
                      <a:pt x="130881" y="653289"/>
                    </a:cubicBezTo>
                    <a:lnTo>
                      <a:pt x="130881" y="653289"/>
                    </a:lnTo>
                    <a:cubicBezTo>
                      <a:pt x="58598" y="653289"/>
                      <a:pt x="0" y="594692"/>
                      <a:pt x="0" y="522408"/>
                    </a:cubicBezTo>
                    <a:lnTo>
                      <a:pt x="0" y="130881"/>
                    </a:lnTo>
                    <a:cubicBezTo>
                      <a:pt x="0" y="58598"/>
                      <a:pt x="58598" y="0"/>
                      <a:pt x="130881" y="0"/>
                    </a:cubicBezTo>
                    <a:close/>
                  </a:path>
                </a:pathLst>
              </a:custGeom>
              <a:solidFill>
                <a:srgbClr val="1E346D"/>
              </a:solidFill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261763" cy="6913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6" name="TextBox 6"/>
            <p:cNvSpPr txBox="1"/>
            <p:nvPr/>
          </p:nvSpPr>
          <p:spPr>
            <a:xfrm>
              <a:off x="0" y="1930971"/>
              <a:ext cx="971441" cy="61348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r">
                <a:lnSpc>
                  <a:spcPts val="3025"/>
                </a:lnSpc>
                <a:spcBef>
                  <a:spcPct val="0"/>
                </a:spcBef>
              </a:pPr>
              <a:r>
                <a:rPr lang="en-US" sz="3559" b="1">
                  <a:solidFill>
                    <a:srgbClr val="FFFFFF"/>
                  </a:solidFill>
                  <a:latin typeface="Maven Pro Bold"/>
                  <a:ea typeface="Maven Pro Bold"/>
                  <a:cs typeface="Maven Pro Bold"/>
                  <a:sym typeface="Maven Pro Bold"/>
                </a:rPr>
                <a:t>6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-1028700" y="-193337"/>
            <a:ext cx="2670439" cy="10819589"/>
            <a:chOff x="0" y="0"/>
            <a:chExt cx="703326" cy="284960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703326" cy="2849604"/>
            </a:xfrm>
            <a:custGeom>
              <a:avLst/>
              <a:gdLst/>
              <a:ahLst/>
              <a:cxnLst/>
              <a:rect l="l" t="t" r="r" b="b"/>
              <a:pathLst>
                <a:path w="703326" h="2849604">
                  <a:moveTo>
                    <a:pt x="0" y="0"/>
                  </a:moveTo>
                  <a:lnTo>
                    <a:pt x="703326" y="0"/>
                  </a:lnTo>
                  <a:lnTo>
                    <a:pt x="703326" y="2849604"/>
                  </a:lnTo>
                  <a:lnTo>
                    <a:pt x="0" y="2849604"/>
                  </a:lnTo>
                  <a:close/>
                </a:path>
              </a:pathLst>
            </a:custGeom>
            <a:solidFill>
              <a:srgbClr val="1E346D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703326" cy="28877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AutoShape 10"/>
          <p:cNvSpPr/>
          <p:nvPr/>
        </p:nvSpPr>
        <p:spPr>
          <a:xfrm flipV="1">
            <a:off x="199673" y="9429385"/>
            <a:ext cx="14640988" cy="0"/>
          </a:xfrm>
          <a:prstGeom prst="line">
            <a:avLst/>
          </a:prstGeom>
          <a:ln w="28575" cap="flat">
            <a:solidFill>
              <a:srgbClr val="1E346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11" name="Freeform 11"/>
          <p:cNvSpPr/>
          <p:nvPr/>
        </p:nvSpPr>
        <p:spPr>
          <a:xfrm>
            <a:off x="15334319" y="8839666"/>
            <a:ext cx="2066249" cy="837269"/>
          </a:xfrm>
          <a:custGeom>
            <a:avLst/>
            <a:gdLst/>
            <a:ahLst/>
            <a:cxnLst/>
            <a:rect l="l" t="t" r="r" b="b"/>
            <a:pathLst>
              <a:path w="2066249" h="837269">
                <a:moveTo>
                  <a:pt x="0" y="0"/>
                </a:moveTo>
                <a:lnTo>
                  <a:pt x="2066249" y="0"/>
                </a:lnTo>
                <a:lnTo>
                  <a:pt x="2066249" y="837268"/>
                </a:lnTo>
                <a:lnTo>
                  <a:pt x="0" y="8372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3695" t="-121194" r="-22193" b="-114158"/>
            </a:stretch>
          </a:blipFill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367444" y="-651988"/>
            <a:ext cx="1028827" cy="2201711"/>
            <a:chOff x="0" y="0"/>
            <a:chExt cx="1371769" cy="2935615"/>
          </a:xfrm>
        </p:grpSpPr>
        <p:grpSp>
          <p:nvGrpSpPr>
            <p:cNvPr id="3" name="Group 3"/>
            <p:cNvGrpSpPr/>
            <p:nvPr/>
          </p:nvGrpSpPr>
          <p:grpSpPr>
            <a:xfrm>
              <a:off x="195515" y="0"/>
              <a:ext cx="1176254" cy="2935615"/>
              <a:chOff x="0" y="0"/>
              <a:chExt cx="261763" cy="653289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261763" cy="653289"/>
              </a:xfrm>
              <a:custGeom>
                <a:avLst/>
                <a:gdLst/>
                <a:ahLst/>
                <a:cxnLst/>
                <a:rect l="l" t="t" r="r" b="b"/>
                <a:pathLst>
                  <a:path w="261763" h="653289">
                    <a:moveTo>
                      <a:pt x="130881" y="0"/>
                    </a:moveTo>
                    <a:lnTo>
                      <a:pt x="130881" y="0"/>
                    </a:lnTo>
                    <a:cubicBezTo>
                      <a:pt x="165593" y="0"/>
                      <a:pt x="198883" y="13789"/>
                      <a:pt x="223428" y="38334"/>
                    </a:cubicBezTo>
                    <a:cubicBezTo>
                      <a:pt x="247973" y="62879"/>
                      <a:pt x="261763" y="96169"/>
                      <a:pt x="261763" y="130881"/>
                    </a:cubicBezTo>
                    <a:lnTo>
                      <a:pt x="261763" y="522408"/>
                    </a:lnTo>
                    <a:cubicBezTo>
                      <a:pt x="261763" y="594692"/>
                      <a:pt x="203165" y="653289"/>
                      <a:pt x="130881" y="653289"/>
                    </a:cubicBezTo>
                    <a:lnTo>
                      <a:pt x="130881" y="653289"/>
                    </a:lnTo>
                    <a:cubicBezTo>
                      <a:pt x="58598" y="653289"/>
                      <a:pt x="0" y="594692"/>
                      <a:pt x="0" y="522408"/>
                    </a:cubicBezTo>
                    <a:lnTo>
                      <a:pt x="0" y="130881"/>
                    </a:lnTo>
                    <a:cubicBezTo>
                      <a:pt x="0" y="58598"/>
                      <a:pt x="58598" y="0"/>
                      <a:pt x="130881" y="0"/>
                    </a:cubicBezTo>
                    <a:close/>
                  </a:path>
                </a:pathLst>
              </a:custGeom>
              <a:solidFill>
                <a:srgbClr val="1E346D"/>
              </a:solidFill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261763" cy="6913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6" name="TextBox 6"/>
            <p:cNvSpPr txBox="1"/>
            <p:nvPr/>
          </p:nvSpPr>
          <p:spPr>
            <a:xfrm>
              <a:off x="0" y="1930971"/>
              <a:ext cx="971441" cy="61348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r">
                <a:lnSpc>
                  <a:spcPts val="3025"/>
                </a:lnSpc>
                <a:spcBef>
                  <a:spcPct val="0"/>
                </a:spcBef>
              </a:pPr>
              <a:r>
                <a:rPr lang="en-US" sz="3559" b="1">
                  <a:solidFill>
                    <a:srgbClr val="FFFFFF"/>
                  </a:solidFill>
                  <a:latin typeface="Maven Pro Bold"/>
                  <a:ea typeface="Maven Pro Bold"/>
                  <a:cs typeface="Maven Pro Bold"/>
                  <a:sym typeface="Maven Pro Bold"/>
                </a:rPr>
                <a:t>7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-1028700" y="-193337"/>
            <a:ext cx="2670439" cy="10819589"/>
            <a:chOff x="0" y="0"/>
            <a:chExt cx="703326" cy="284960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703326" cy="2849604"/>
            </a:xfrm>
            <a:custGeom>
              <a:avLst/>
              <a:gdLst/>
              <a:ahLst/>
              <a:cxnLst/>
              <a:rect l="l" t="t" r="r" b="b"/>
              <a:pathLst>
                <a:path w="703326" h="2849604">
                  <a:moveTo>
                    <a:pt x="0" y="0"/>
                  </a:moveTo>
                  <a:lnTo>
                    <a:pt x="703326" y="0"/>
                  </a:lnTo>
                  <a:lnTo>
                    <a:pt x="703326" y="2849604"/>
                  </a:lnTo>
                  <a:lnTo>
                    <a:pt x="0" y="2849604"/>
                  </a:lnTo>
                  <a:close/>
                </a:path>
              </a:pathLst>
            </a:custGeom>
            <a:solidFill>
              <a:srgbClr val="1E346D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703326" cy="28877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AutoShape 10"/>
          <p:cNvSpPr/>
          <p:nvPr/>
        </p:nvSpPr>
        <p:spPr>
          <a:xfrm flipV="1">
            <a:off x="199673" y="9429385"/>
            <a:ext cx="14640988" cy="0"/>
          </a:xfrm>
          <a:prstGeom prst="line">
            <a:avLst/>
          </a:prstGeom>
          <a:ln w="28575" cap="flat">
            <a:solidFill>
              <a:srgbClr val="1E346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11" name="Freeform 11"/>
          <p:cNvSpPr/>
          <p:nvPr/>
        </p:nvSpPr>
        <p:spPr>
          <a:xfrm>
            <a:off x="15334319" y="8839666"/>
            <a:ext cx="2066249" cy="837269"/>
          </a:xfrm>
          <a:custGeom>
            <a:avLst/>
            <a:gdLst/>
            <a:ahLst/>
            <a:cxnLst/>
            <a:rect l="l" t="t" r="r" b="b"/>
            <a:pathLst>
              <a:path w="2066249" h="837269">
                <a:moveTo>
                  <a:pt x="0" y="0"/>
                </a:moveTo>
                <a:lnTo>
                  <a:pt x="2066249" y="0"/>
                </a:lnTo>
                <a:lnTo>
                  <a:pt x="2066249" y="837268"/>
                </a:lnTo>
                <a:lnTo>
                  <a:pt x="0" y="8372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3695" t="-121194" r="-22193" b="-114158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2" name="TextBox 12"/>
          <p:cNvSpPr txBox="1"/>
          <p:nvPr/>
        </p:nvSpPr>
        <p:spPr>
          <a:xfrm>
            <a:off x="2373073" y="1520948"/>
            <a:ext cx="7016514" cy="701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674"/>
              </a:lnSpc>
              <a:spcBef>
                <a:spcPct val="0"/>
              </a:spcBef>
            </a:pPr>
            <a:r>
              <a:rPr lang="en-US" sz="5499">
                <a:solidFill>
                  <a:srgbClr val="115260"/>
                </a:solidFill>
                <a:latin typeface="Poppins"/>
                <a:ea typeface="Poppins"/>
                <a:cs typeface="Poppins"/>
                <a:sym typeface="Poppins"/>
              </a:rPr>
              <a:t>CONCLUSÃO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367444" y="-651988"/>
            <a:ext cx="1028827" cy="2201711"/>
            <a:chOff x="0" y="0"/>
            <a:chExt cx="1371769" cy="2935615"/>
          </a:xfrm>
        </p:grpSpPr>
        <p:grpSp>
          <p:nvGrpSpPr>
            <p:cNvPr id="3" name="Group 3"/>
            <p:cNvGrpSpPr/>
            <p:nvPr/>
          </p:nvGrpSpPr>
          <p:grpSpPr>
            <a:xfrm>
              <a:off x="195515" y="0"/>
              <a:ext cx="1176254" cy="2935615"/>
              <a:chOff x="0" y="0"/>
              <a:chExt cx="261763" cy="653289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261763" cy="653289"/>
              </a:xfrm>
              <a:custGeom>
                <a:avLst/>
                <a:gdLst/>
                <a:ahLst/>
                <a:cxnLst/>
                <a:rect l="l" t="t" r="r" b="b"/>
                <a:pathLst>
                  <a:path w="261763" h="653289">
                    <a:moveTo>
                      <a:pt x="130881" y="0"/>
                    </a:moveTo>
                    <a:lnTo>
                      <a:pt x="130881" y="0"/>
                    </a:lnTo>
                    <a:cubicBezTo>
                      <a:pt x="165593" y="0"/>
                      <a:pt x="198883" y="13789"/>
                      <a:pt x="223428" y="38334"/>
                    </a:cubicBezTo>
                    <a:cubicBezTo>
                      <a:pt x="247973" y="62879"/>
                      <a:pt x="261763" y="96169"/>
                      <a:pt x="261763" y="130881"/>
                    </a:cubicBezTo>
                    <a:lnTo>
                      <a:pt x="261763" y="522408"/>
                    </a:lnTo>
                    <a:cubicBezTo>
                      <a:pt x="261763" y="594692"/>
                      <a:pt x="203165" y="653289"/>
                      <a:pt x="130881" y="653289"/>
                    </a:cubicBezTo>
                    <a:lnTo>
                      <a:pt x="130881" y="653289"/>
                    </a:lnTo>
                    <a:cubicBezTo>
                      <a:pt x="58598" y="653289"/>
                      <a:pt x="0" y="594692"/>
                      <a:pt x="0" y="522408"/>
                    </a:cubicBezTo>
                    <a:lnTo>
                      <a:pt x="0" y="130881"/>
                    </a:lnTo>
                    <a:cubicBezTo>
                      <a:pt x="0" y="58598"/>
                      <a:pt x="58598" y="0"/>
                      <a:pt x="130881" y="0"/>
                    </a:cubicBezTo>
                    <a:close/>
                  </a:path>
                </a:pathLst>
              </a:custGeom>
              <a:solidFill>
                <a:srgbClr val="1E346D"/>
              </a:solidFill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261763" cy="6913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6" name="TextBox 6"/>
            <p:cNvSpPr txBox="1"/>
            <p:nvPr/>
          </p:nvSpPr>
          <p:spPr>
            <a:xfrm>
              <a:off x="0" y="1930971"/>
              <a:ext cx="971441" cy="61348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r">
                <a:lnSpc>
                  <a:spcPts val="3025"/>
                </a:lnSpc>
                <a:spcBef>
                  <a:spcPct val="0"/>
                </a:spcBef>
              </a:pPr>
              <a:r>
                <a:rPr lang="en-US" sz="3559" b="1">
                  <a:solidFill>
                    <a:srgbClr val="FFFFFF"/>
                  </a:solidFill>
                  <a:latin typeface="Maven Pro Bold"/>
                  <a:ea typeface="Maven Pro Bold"/>
                  <a:cs typeface="Maven Pro Bold"/>
                  <a:sym typeface="Maven Pro Bold"/>
                </a:rPr>
                <a:t>8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-1028700" y="-193337"/>
            <a:ext cx="2670439" cy="10819589"/>
            <a:chOff x="0" y="0"/>
            <a:chExt cx="703326" cy="284960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703326" cy="2849604"/>
            </a:xfrm>
            <a:custGeom>
              <a:avLst/>
              <a:gdLst/>
              <a:ahLst/>
              <a:cxnLst/>
              <a:rect l="l" t="t" r="r" b="b"/>
              <a:pathLst>
                <a:path w="703326" h="2849604">
                  <a:moveTo>
                    <a:pt x="0" y="0"/>
                  </a:moveTo>
                  <a:lnTo>
                    <a:pt x="703326" y="0"/>
                  </a:lnTo>
                  <a:lnTo>
                    <a:pt x="703326" y="2849604"/>
                  </a:lnTo>
                  <a:lnTo>
                    <a:pt x="0" y="2849604"/>
                  </a:lnTo>
                  <a:close/>
                </a:path>
              </a:pathLst>
            </a:custGeom>
            <a:solidFill>
              <a:srgbClr val="1E346D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703326" cy="28877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AutoShape 10"/>
          <p:cNvSpPr/>
          <p:nvPr/>
        </p:nvSpPr>
        <p:spPr>
          <a:xfrm flipV="1">
            <a:off x="199673" y="9429385"/>
            <a:ext cx="14640988" cy="0"/>
          </a:xfrm>
          <a:prstGeom prst="line">
            <a:avLst/>
          </a:prstGeom>
          <a:ln w="28575" cap="flat">
            <a:solidFill>
              <a:srgbClr val="1E346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11" name="Freeform 11"/>
          <p:cNvSpPr/>
          <p:nvPr/>
        </p:nvSpPr>
        <p:spPr>
          <a:xfrm>
            <a:off x="15334319" y="8839666"/>
            <a:ext cx="2066249" cy="837269"/>
          </a:xfrm>
          <a:custGeom>
            <a:avLst/>
            <a:gdLst/>
            <a:ahLst/>
            <a:cxnLst/>
            <a:rect l="l" t="t" r="r" b="b"/>
            <a:pathLst>
              <a:path w="2066249" h="837269">
                <a:moveTo>
                  <a:pt x="0" y="0"/>
                </a:moveTo>
                <a:lnTo>
                  <a:pt x="2066249" y="0"/>
                </a:lnTo>
                <a:lnTo>
                  <a:pt x="2066249" y="837268"/>
                </a:lnTo>
                <a:lnTo>
                  <a:pt x="0" y="8372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3695" t="-121194" r="-22193" b="-114158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2" name="TextBox 12"/>
          <p:cNvSpPr txBox="1"/>
          <p:nvPr/>
        </p:nvSpPr>
        <p:spPr>
          <a:xfrm>
            <a:off x="2373073" y="1520948"/>
            <a:ext cx="7016514" cy="701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674"/>
              </a:lnSpc>
              <a:spcBef>
                <a:spcPct val="0"/>
              </a:spcBef>
            </a:pPr>
            <a:r>
              <a:rPr lang="en-US" sz="5499">
                <a:solidFill>
                  <a:srgbClr val="115260"/>
                </a:solidFill>
                <a:latin typeface="Poppins"/>
                <a:ea typeface="Poppins"/>
                <a:cs typeface="Poppins"/>
                <a:sym typeface="Poppins"/>
              </a:rPr>
              <a:t>REFERÊNCIAS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46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373768" y="-230271"/>
            <a:ext cx="11192462" cy="10632839"/>
          </a:xfrm>
          <a:custGeom>
            <a:avLst/>
            <a:gdLst/>
            <a:ahLst/>
            <a:cxnLst/>
            <a:rect l="l" t="t" r="r" b="b"/>
            <a:pathLst>
              <a:path w="11192462" h="10632839">
                <a:moveTo>
                  <a:pt x="0" y="0"/>
                </a:moveTo>
                <a:lnTo>
                  <a:pt x="11192462" y="0"/>
                </a:lnTo>
                <a:lnTo>
                  <a:pt x="11192462" y="10632840"/>
                </a:lnTo>
                <a:lnTo>
                  <a:pt x="0" y="106328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4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pt-BR"/>
          </a:p>
        </p:txBody>
      </p:sp>
      <p:sp>
        <p:nvSpPr>
          <p:cNvPr id="3" name="Freeform 3"/>
          <p:cNvSpPr/>
          <p:nvPr/>
        </p:nvSpPr>
        <p:spPr>
          <a:xfrm>
            <a:off x="3743819" y="2858151"/>
            <a:ext cx="10800362" cy="4442378"/>
          </a:xfrm>
          <a:custGeom>
            <a:avLst/>
            <a:gdLst/>
            <a:ahLst/>
            <a:cxnLst/>
            <a:rect l="l" t="t" r="r" b="b"/>
            <a:pathLst>
              <a:path w="10800362" h="4442378">
                <a:moveTo>
                  <a:pt x="0" y="0"/>
                </a:moveTo>
                <a:lnTo>
                  <a:pt x="10800362" y="0"/>
                </a:lnTo>
                <a:lnTo>
                  <a:pt x="10800362" y="4442378"/>
                </a:lnTo>
                <a:lnTo>
                  <a:pt x="0" y="444237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31774" b="-34662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4" name="TextBox 4"/>
          <p:cNvSpPr txBox="1"/>
          <p:nvPr/>
        </p:nvSpPr>
        <p:spPr>
          <a:xfrm>
            <a:off x="4395056" y="7233854"/>
            <a:ext cx="9497887" cy="688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116"/>
              </a:lnSpc>
            </a:pPr>
            <a:r>
              <a:rPr lang="en-US" sz="4092" b="1">
                <a:solidFill>
                  <a:srgbClr val="03E3FD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OBRIGADO(A)!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39</Words>
  <Application>Microsoft Macintosh PowerPoint</Application>
  <PresentationFormat>Personalizar</PresentationFormat>
  <Paragraphs>21</Paragraphs>
  <Slides>10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8" baseType="lpstr">
      <vt:lpstr>Poppins Bold</vt:lpstr>
      <vt:lpstr>Poppins Medium</vt:lpstr>
      <vt:lpstr>Maven Pro Bold</vt:lpstr>
      <vt:lpstr>Maven Pro</vt:lpstr>
      <vt:lpstr>Arial</vt:lpstr>
      <vt:lpstr>Poppins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Consultoria de Negócios Moderno Profissional Verde Azul e Branco</dc:title>
  <cp:lastModifiedBy>Alexandro Vladno da Rocha</cp:lastModifiedBy>
  <cp:revision>2</cp:revision>
  <dcterms:created xsi:type="dcterms:W3CDTF">2006-08-16T00:00:00Z</dcterms:created>
  <dcterms:modified xsi:type="dcterms:W3CDTF">2025-11-04T13:16:26Z</dcterms:modified>
  <dc:identifier>DAG3vO3908k</dc:identifier>
</cp:coreProperties>
</file>